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EMS App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914400" y="2971800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5D1C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کامل سامانه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11680" y="352044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978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معرفی بخش‌های داشبورد مدیریتی و نحوه کار با هر صفحه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32120" y="4023360"/>
            <a:ext cx="1143000" cy="27432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29768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سریع     واحدهای لبه     ساختمان‌ها     سرورهای محلی     کاربران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فهرست راهنما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مسیر مطالعه این فایل از ابتدا تا انتها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05156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114300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معرفی داشبورد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920240" y="14173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منوی اصلی و ارتباط بخش‌ها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187452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20240" y="1965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سریع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920240" y="224028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پین‌شده و کارت هر واحد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280160" y="269748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27889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لبه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20240" y="30632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ایجاد، جستجو، فیلتر و وضعیت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80160" y="352044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361188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ساختمان‌ها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20240" y="388620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کد، آدرس، طبقات و واحدهای متصل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280160" y="434340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0" y="44348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سرورهای محلی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470916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فعال و سرور جایگزین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80160" y="5166360"/>
            <a:ext cx="9601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20240" y="525780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کاربران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920240" y="55321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حساب، نقش و اطلاعات تماس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داشبورد مدیریتی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منوی سمت راست در تمام صفحات یکسان است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0" y="109728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5392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سریع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6539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ورود سریع به واحدهایی که پین شده‌اند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لبه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323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مدیریت کامل دستگاه‌ها و آسانسورهای هر واحد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278892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ساختمان‌ها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65392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ثبت و مشاهده ساختمان‌ها و مشخصات آن‌ها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سرورهای محلی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13232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هر ساختمان و واحدهای متصل به آن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448056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4800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کاربران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65392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حساب‌ها، نقش‌ها و اطلاعات تماس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562356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0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تماس با ما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3232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با تیم پشتیبانی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بخش‌ها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ساختمان سرور محلی و واحد لبه دارد؛ کاربر با نقش مشخص وارد می‌شود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144" y="2240280"/>
            <a:ext cx="640080" cy="640080"/>
          </a:xfrm>
          <a:prstGeom prst="ellipse">
            <a:avLst/>
          </a:prstGeom>
          <a:solidFill>
            <a:srgbClr val="EFE8E0"/>
          </a:solidFill>
          <a:ln/>
        </p:spPr>
      </p:sp>
      <p:sp>
        <p:nvSpPr>
          <p:cNvPr id="7" name="Text 5"/>
          <p:cNvSpPr/>
          <p:nvPr/>
        </p:nvSpPr>
        <p:spPr>
          <a:xfrm>
            <a:off x="1152144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" y="3063240"/>
            <a:ext cx="1956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" y="3749040"/>
            <a:ext cx="1956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محل فیزیکی آسانسورها و آدرس ثبت‌شده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24912" y="1965960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11296" y="2240280"/>
            <a:ext cx="640080" cy="640080"/>
          </a:xfrm>
          <a:prstGeom prst="ellipse">
            <a:avLst/>
          </a:prstGeom>
          <a:solidFill>
            <a:srgbClr val="EFE8E0"/>
          </a:solidFill>
          <a:ln/>
        </p:spPr>
      </p:sp>
      <p:sp>
        <p:nvSpPr>
          <p:cNvPr id="12" name="Text 10"/>
          <p:cNvSpPr/>
          <p:nvPr/>
        </p:nvSpPr>
        <p:spPr>
          <a:xfrm>
            <a:off x="3511296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52928" y="3063240"/>
            <a:ext cx="1956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محلی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52928" y="3749040"/>
            <a:ext cx="1956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همان ساختمان برای ارتباط واحدها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84064" y="1965960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70448" y="2240280"/>
            <a:ext cx="640080" cy="640080"/>
          </a:xfrm>
          <a:prstGeom prst="ellipse">
            <a:avLst/>
          </a:prstGeom>
          <a:solidFill>
            <a:srgbClr val="EFE8E0"/>
          </a:solidFill>
          <a:ln/>
        </p:spPr>
      </p:sp>
      <p:sp>
        <p:nvSpPr>
          <p:cNvPr id="17" name="Text 15"/>
          <p:cNvSpPr/>
          <p:nvPr/>
        </p:nvSpPr>
        <p:spPr>
          <a:xfrm>
            <a:off x="5870448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12080" y="3063240"/>
            <a:ext cx="1956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 لبه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12080" y="3749040"/>
            <a:ext cx="1956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دستگاه هر گروه و تعداد آسانسورها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43216" y="1965960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2240280"/>
            <a:ext cx="640080" cy="640080"/>
          </a:xfrm>
          <a:prstGeom prst="ellipse">
            <a:avLst/>
          </a:prstGeom>
          <a:solidFill>
            <a:srgbClr val="EFE8E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71232" y="3063240"/>
            <a:ext cx="1956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سریع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71232" y="3749040"/>
            <a:ext cx="1956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پین کردن واحدهای پرکاربرد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802368" y="1965960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88752" y="2240280"/>
            <a:ext cx="640080" cy="640080"/>
          </a:xfrm>
          <a:prstGeom prst="ellipse">
            <a:avLst/>
          </a:prstGeom>
          <a:solidFill>
            <a:srgbClr val="EFE8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588752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930384" y="3063240"/>
            <a:ext cx="1956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930384" y="3749040"/>
            <a:ext cx="1956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ورود با نقش Admin، Manager یا Maintainer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488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بخش اول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سریع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پین‌شده برای ورود فوری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صفحه دسترسی سریع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 بر اساس ساختمان گروه‌بندی شده‌اند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44068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pic>
        <p:nvPicPr>
          <p:cNvPr id="6" name="Image 0" descr="C:\Users\kiarash\Desktop\note\assets\quick-access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11064240" cy="51846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دسترسی سریع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کارت واحد، وضعیت و تعداد آسانسور را نشان می‌دهد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1344" y="1005840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76888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7" name="Text 5"/>
          <p:cNvSpPr/>
          <p:nvPr/>
        </p:nvSpPr>
        <p:spPr>
          <a:xfrm>
            <a:off x="6382512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 جدید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82512" y="1444752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 لبه تازه را از همین صفحه تعریف کنید تا در سامانه ثبت شود و بعداً در فهرست کامل هم دیده شود.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005840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گروه‌های واحد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" y="1444752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 زیر نام ساختمان قرار می‌گیرند؛ مثلاً هدیش، مهرگان یا پالادیوم تا پیدا کردنشان ساده‌تر باشد.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852928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76888" y="301752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98094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کارت واحد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82512" y="3291840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روی کارت، کد واحد مثل E102، عنوان گروه، وضعیت آنلاین و تعداد آسانسور همان واحد دیده می‌شود.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852928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7024" y="301752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298094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وضعیت آنلاین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" y="3291840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نقطه سبز کنار کد یعنی واحد الان متصل و در دسترس است. اگر سبز نباشد، واحد آفلاین است.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4700016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76888" y="486460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482803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تعداد آسانسورها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82512" y="5138928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عدد پایین کارت نشان می‌دهد چند آسانسور به آن واحد وصل شده‌اند.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4700016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7024" y="486460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482803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پین دسترسی سریع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12648" y="5138928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پرکاربرد را پین کنید تا همیشه در این صفحه باشند و لازم نباشد هر بار در فهرست بگردید.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488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بخش دوم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لبه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فهرست کامل، فیلتر و مدیریت وضعیت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صفحه واحدهای لبه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جدول همه واحدها با جستجو، فیلتر و صفحه‌بندی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44068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pic>
        <p:nvPicPr>
          <p:cNvPr id="6" name="Image 0" descr="C:\Users\kiarash\Desktop\note\assets\edge-units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11064240" cy="51846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واحدهای لبه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از این جدول واحد بسازید، پیدا کنید و وضعیتش را عوض کنید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1344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76888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7" name="Text 5"/>
          <p:cNvSpPr/>
          <p:nvPr/>
        </p:nvSpPr>
        <p:spPr>
          <a:xfrm>
            <a:off x="6382512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 واحد جدید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82512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 دکمه ایجاد جدید یک واحد لبه تازه می‌سازید و ساختمان، عنوان و توضیحات را برایش ثبت می‌کنید.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جستجو و فیلتر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کادر فیلتر بر اساس عنوان کمک می‌کند بین واحدهای زیاد سریع همان مورد را پیدا کنید.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76888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نمایش واحدهای غیرفعال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82512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اگر این سوییچ روشن باشد، واحدهایی که غیرفعال شده‌اند هم در جدول دیده می‌شوند.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7024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فقط آنلاین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 این سوییچ فقط واحدهای متصل نمایش داده می‌شوند تا وضعیت شبکه را سریع‌تر ببینید.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76888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تعداد ردیف و صفحه‌بندی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82512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تعداد ردیف هر صفحه را عوض کنید و با فلش‌ها بین صفحات فهرست جابه‌جا شوید.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7024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ستون‌های جدول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12648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کد، ساختمان، عنوان، توضیحات، تاریخ ایجاد، فعال بودن و پین دسترسی سریع در هر ردیف آمده است.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81344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76888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وضعیت آنلاین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82512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آیکون مانیتور در ابتدای ردیف مشخص می‌کند واحد الان آنلاین است یا نه.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11480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7024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فعال و دسترسی سریع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12648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از همین جدول می‌توانید واحد را فعال یا غیرفعال کنید و به دسترسی سریع اضافه کنید.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488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بخش سوم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ساختمان‌ها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مشخصات محل و واحدهای متصل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صفحه ساختمان‌ها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کد، نام، آدرس، طبقات و واحدهای لبه هر ساختمان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44068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pic>
        <p:nvPicPr>
          <p:cNvPr id="6" name="Image 0" descr="C:\Users\kiarash\Desktop\note\assets\buildings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11064240" cy="51846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ساختمان‌ها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ساختمان یک کد یکتا و فهرست واحدهای متصل دارد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1344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76888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7" name="Text 5"/>
          <p:cNvSpPr/>
          <p:nvPr/>
        </p:nvSpPr>
        <p:spPr>
          <a:xfrm>
            <a:off x="6382512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 ساختمان جدید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82512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 تازه را با نام، کد، آدرس و تعداد طبقات ثبت کنید تا بعداً واحد و سرور به آن وصل شود.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نام ساختمان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نام رسمی ساختمان در سامانه؛ معمولاً همان چیزی است که در گزارش‌ها و گروه‌بندی واحدها دیده می‌شود.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76888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 ساختمان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82512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 کوتاه و یکتا مثل RNKPLC یا PLSHTL برای شناسایی سریع ساختمان در جدول‌ها و اتصال‌ها.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7024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آدرس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نشانی ثبت‌شده ساختمان، به فارسی یا انگلیسی، برای پیدا کردن محل روی نقشه یا در پشتیبانی.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76888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طبقات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82512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تعداد طبقات ثبت‌شده همان ساختمان؛ برای درک مقیاس پروژه و ظرفیت آسانسور مفید است.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7024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لبه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12648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برچسب‌هایی مثل E14 یا E19 نشان می‌دهند کدام واحدها به این ساختمان وصل شده‌اند.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81344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76888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تاریخ ایجاد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82512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زمان ثبت ساختمان در سامانه تا سابقه تغییرات مشخص بماند.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11480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7024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کاربرد این صفحه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12648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قبل از ساخت واحد لبه یا سرور محلی، ساختمان باید اینجا تعریف شده باشد.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488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بخش چهارم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سرورهای محلی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ارتباط ساختمان با واحدهای لبه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صفحه سرورهای محلی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عنوان سرور، ساختمان، واحدهای متصل و وضعیت فعال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44068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pic>
        <p:nvPicPr>
          <p:cNvPr id="6" name="Image 0" descr="C:\Users\kiarash\Desktop\note\assets\local-servers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11064240" cy="51846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سرورهای محلی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سرور به یک ساختمان و چند واحد لبه وصل می‌شود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1344" y="1005840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76888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7" name="Text 5"/>
          <p:cNvSpPr/>
          <p:nvPr/>
        </p:nvSpPr>
        <p:spPr>
          <a:xfrm>
            <a:off x="6382512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 سرور جدید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82512" y="1444752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محلی تازه را بسازید و ساختمان مربوط را برایش انتخاب کنید.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005840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عنوان سرور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" y="1444752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نام خوانا مثل Palladium North Local Server تا تیم فنی سریع بفهمد این سرور مال کدام بخش است.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852928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76888" y="301752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98094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ساختمان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82512" y="3291840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مشخص می‌کند سرور مال کدام ساختمان است. اگر ساختمان نداشته باشد، معمولاً N/A دیده می‌شود.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852928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7024" y="301752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298094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واحدهای لبه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" y="3291840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کد واحدهایی که به این سرور وصل شده‌اند روی ردیف با برچسب نمایش داده می‌شود.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4700016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76888" y="486460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482803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وضعیت سرور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82512" y="5138928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نقطه سبز یعنی سرور فعال و در دسترس است. بدون آن، ارتباط واحدها ممکن است قطع باشد.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4700016"/>
            <a:ext cx="5568696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7024" y="486460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482803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سرور جایگزین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12648" y="5138928"/>
            <a:ext cx="51480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Place Holder برای واحدهایی است که هنوز سرور مشخصی ندارند؛ موقتی است تا سرور اصلی تعریف شود.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488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بخش پنجم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کاربران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 ورود، نقش و اطلاعات تماس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صفحه کاربران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فهرست حساب‌ها با نام کاربری، تماس، تاریخ و نقش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440680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pic>
        <p:nvPicPr>
          <p:cNvPr id="6" name="Image 0" descr="C:\Users\kiarash\Desktop\note\assets\users-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15568"/>
            <a:ext cx="11064240" cy="51846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راهنمای کاربران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فرد با یک نقش مشخص وارد سامانه می‌شود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81344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76888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7" name="Text 5"/>
          <p:cNvSpPr/>
          <p:nvPr/>
        </p:nvSpPr>
        <p:spPr>
          <a:xfrm>
            <a:off x="6382512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ایجاد کاربر جدید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82512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حساب تازه بسازید و نام کاربری، مشخصات، تماس و نقش را برایش ثبت کنید.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005840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1170432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1133856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نام کاربری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" y="1444752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همان نامی است که کاربر هنگام ورود به سامانه وارد می‌کند.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76888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نام و نام خانوادگی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82512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مشخصات فردی ثبت‌شده برای شناسایی صاحب حساب در فهرست و پشتیبانی.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391156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7024" y="2555748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2519172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شماره تلفن و ایمیل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2648" y="2830068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راه‌های تماس ثبت‌شده برای اطلاع‌رسانی یا بازیابی دسترسی.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76888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تاریخ ایجاد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82512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زمان ساخته شدن حساب تا مشخص باشد از کی در سامانه فعال شده است.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3776472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7024" y="3941064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3904488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نقش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12648" y="4215384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سطح دسترسی مثل Admin، Manager، Maintainer یا کاربر عادی را تعیین می‌کند.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81344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76888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صفحه‌بندی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82512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اگر تعداد کاربران زیاد باشد، با صفحه‌بندی بین صفحات فهرست جابه‌جا شوید.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11480" y="5161788"/>
            <a:ext cx="5568696" cy="1239012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7024" y="5326380"/>
            <a:ext cx="64008" cy="38404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" y="5289804"/>
            <a:ext cx="5148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فیلتر نام کاربری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12648" y="5600700"/>
            <a:ext cx="514807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 کادر فیلتر می‌توانید سریع یک حساب را بین همه کاربران پیدا کنید.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نقش‌های کاربری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سطح دسترسی مشخص می‌کند هر نفر چه کاری در سامانه می‌تواند بکند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51560" y="1097280"/>
            <a:ext cx="1005840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29844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682496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دسترسی کامل به تنظیمات، کاربران و همه بخش‌های داشبورد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51560" y="2377440"/>
            <a:ext cx="1005840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2578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Manager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962656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مدیریت ساختمان‌ها، واحدها و سرورها در محدوده مسئولیتی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51560" y="3657600"/>
            <a:ext cx="1005840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385876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Maintainer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4242816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پیگیری وضعیت واحدها، آنلاین بودن و موارد نگهداری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51560" y="4937760"/>
            <a:ext cx="10058400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3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513892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2B2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کاربر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71600" y="5522976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مشاهده بخش‌های مجاز بدون تغییر تنظیمات اصلی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A29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C877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7452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7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EMS App  ·  LIFTX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پایان راهنما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828800" y="310896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B2A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برای پشتیبانی و راهنمایی بیشتر با تیم تماس بگیرید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69080" y="3749040"/>
            <a:ext cx="4023360" cy="658368"/>
          </a:xfrm>
          <a:prstGeom prst="roundRect">
            <a:avLst>
              <a:gd name="adj" fmla="val 16667"/>
            </a:avLst>
          </a:prstGeom>
          <a:solidFill>
            <a:srgbClr val="3B3A36"/>
          </a:solidFill>
          <a:ln/>
        </p:spPr>
      </p:sp>
      <p:sp>
        <p:nvSpPr>
          <p:cNvPr id="7" name="Text 5"/>
          <p:cNvSpPr/>
          <p:nvPr/>
        </p:nvSpPr>
        <p:spPr>
          <a:xfrm>
            <a:off x="4069080" y="37490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09107727044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5F4F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601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LIFTX  ·  راهنمای EMS App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332720" y="6601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6F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راهنمای کامل EMS App</dc:title>
  <dc:subject>راهنمای داشبورد مدیریتی</dc:subject>
  <dc:creator>LIFTX</dc:creator>
  <cp:lastModifiedBy>LIFTX</cp:lastModifiedBy>
  <cp:revision>1</cp:revision>
  <dcterms:created xsi:type="dcterms:W3CDTF">2026-09-05T09:30:52Z</dcterms:created>
  <dcterms:modified xsi:type="dcterms:W3CDTF">2026-09-05T09:30:52Z</dcterms:modified>
</cp:coreProperties>
</file>