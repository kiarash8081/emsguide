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9C87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EMS App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5D1C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راهنمای کامل سامانه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352044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978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معرفی بخش‌های داشبورد مدیریتی و نحوه کار با هر صفحه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32120" y="4023360"/>
            <a:ext cx="1143000" cy="27432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9768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2A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دسترسی سریع     واحدهای لبه     ساختمان‌ها     سرورهای محلی     کاربران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فهرست راهنما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مسیر مطالعه این فایل از ابتدا تا انتها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1051560"/>
            <a:ext cx="9601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1430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معرفی داشبورد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41732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منوی اصلی و ارتباط بخش‌ها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1874520"/>
            <a:ext cx="9601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965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دسترسی سریع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24028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واحدهای پین‌شده و کارت هر واحد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80160" y="2697480"/>
            <a:ext cx="9601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7889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واحدهای لبه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0632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ایجاد، جستجو، فیلتر و وضعیت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80160" y="3520440"/>
            <a:ext cx="9601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36118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ساختمان‌ها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20240" y="388620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کد، آدرس، طبقات و واحدهای متصل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80160" y="4343400"/>
            <a:ext cx="9601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44348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سرورهای محلی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470916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سرور فعال و سرور جایگزین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0160" y="5166360"/>
            <a:ext cx="9601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کاربران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553212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حساب، نقش و اطلاعات تماس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داشبورد مدیریتی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منوی سمت راست در تمام صفحات یکسان است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097280"/>
            <a:ext cx="56235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5392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دسترسی سریع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65392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ورود سریع به واحدهایی که پین شده‌اند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6235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واحدهای لبه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مدیریت کامل دستگاه‌ها و آسانسورهای هر واحد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788920"/>
            <a:ext cx="56235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ساختمان‌ها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65392" y="3566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ثبت و مشاهده ساختمان‌ها و مشخصات آن‌ها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6235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سرورهای محلی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" y="3566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سرور هر ساختمان و واحدهای متصل به آن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4480560"/>
            <a:ext cx="56235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کاربران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65392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حساب‌ها، نقش‌ها و اطلاعات تماس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56235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تماس با ما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ارتباط با تیم پشتیبانی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ارتباط بخش‌ها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ساختمان سرور محلی و واحد لبه دارد؛ کاربر با نقش مشخص وارد می‌شود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" y="2240280"/>
            <a:ext cx="640080" cy="640080"/>
          </a:xfrm>
          <a:prstGeom prst="ellipse">
            <a:avLst/>
          </a:prstGeom>
          <a:solidFill>
            <a:srgbClr val="EFE8E0"/>
          </a:solidFill>
          <a:ln/>
        </p:spPr>
      </p:sp>
      <p:sp>
        <p:nvSpPr>
          <p:cNvPr id="7" name="Text 5"/>
          <p:cNvSpPr/>
          <p:nvPr/>
        </p:nvSpPr>
        <p:spPr>
          <a:xfrm>
            <a:off x="115214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306324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ساختمان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" y="3749040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محل فیزیکی آسانسورها و آدرس ثبت‌شده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24912" y="1965960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2240280"/>
            <a:ext cx="640080" cy="640080"/>
          </a:xfrm>
          <a:prstGeom prst="ellipse">
            <a:avLst/>
          </a:prstGeom>
          <a:solidFill>
            <a:srgbClr val="EFE8E0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52928" y="306324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سرور محلی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52928" y="3749040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سرور همان ساختمان برای ارتباط واحدها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84064" y="1965960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0448" y="2240280"/>
            <a:ext cx="640080" cy="640080"/>
          </a:xfrm>
          <a:prstGeom prst="ellipse">
            <a:avLst/>
          </a:prstGeom>
          <a:solidFill>
            <a:srgbClr val="EFE8E0"/>
          </a:solidFill>
          <a:ln/>
        </p:spPr>
      </p:sp>
      <p:sp>
        <p:nvSpPr>
          <p:cNvPr id="17" name="Text 15"/>
          <p:cNvSpPr/>
          <p:nvPr/>
        </p:nvSpPr>
        <p:spPr>
          <a:xfrm>
            <a:off x="587044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306324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 لبه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3749040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دستگاه هر گروه و تعداد آسانسورها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43216" y="1965960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240280"/>
            <a:ext cx="640080" cy="640080"/>
          </a:xfrm>
          <a:prstGeom prst="ellipse">
            <a:avLst/>
          </a:prstGeom>
          <a:solidFill>
            <a:srgbClr val="EFE8E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71232" y="306324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دسترسی سریع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71232" y="3749040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پین کردن واحدهای پرکاربرد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802368" y="1965960"/>
            <a:ext cx="2212848" cy="31089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88752" y="2240280"/>
            <a:ext cx="640080" cy="640080"/>
          </a:xfrm>
          <a:prstGeom prst="ellipse">
            <a:avLst/>
          </a:prstGeom>
          <a:solidFill>
            <a:srgbClr val="EFE8E0"/>
          </a:solidFill>
          <a:ln/>
        </p:spPr>
      </p:sp>
      <p:sp>
        <p:nvSpPr>
          <p:cNvPr id="27" name="Text 25"/>
          <p:cNvSpPr/>
          <p:nvPr/>
        </p:nvSpPr>
        <p:spPr>
          <a:xfrm>
            <a:off x="1058875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30384" y="306324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کاربر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30384" y="3749040"/>
            <a:ext cx="1956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ورود با نقش Admin، Manager یا Maintainer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87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اول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دسترسی سریع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3429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7B2A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واحدهای پین‌شده برای ورود فوری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نمای صفحه دسترسی سریع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واحدها بر اساس ساختمان گروه‌بندی شده‌اند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544068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pic>
        <p:nvPicPr>
          <p:cNvPr id="6" name="Image 0" descr="C:\Users\kiarash\Desktop\note\assets\quick-access-u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15568"/>
            <a:ext cx="11064240" cy="5184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راهنمای دسترسی سریع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کارت واحد، وضعیت و تعداد آسانسور را نشان می‌دهد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81344" y="1005840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76888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7" name="Text 5"/>
          <p:cNvSpPr/>
          <p:nvPr/>
        </p:nvSpPr>
        <p:spPr>
          <a:xfrm>
            <a:off x="6382512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ایجاد جدید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82512" y="1444752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 لبه تازه را از همین صفحه تعریف کنید تا در سامانه ثبت شود و بعداً در فهرست کامل هم دیده شود.‏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7024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گروه‌های واحد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" y="1444752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واحدها زیر نام ساختمان قرار می‌گیرند؛ مثلاً هدیش، مهرگان یا پالادیوم تا پیدا کردنشان ساده‌تر باشد.‏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2852928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76888" y="301752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298094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کارت واحد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2512" y="3291840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روی کارت، کد واحد مثل E102، عنوان گروه، وضعیت آنلاین و تعداد آسانسور همان واحد دیده می‌شود.‏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852928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7024" y="301752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298094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وضعیت آنلاین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" y="3291840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نقطه سبز کنار کد یعنی واحد الان متصل و در دسترس است.‏ اگر سبز نباشد، واحد آفلاین است.‏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4700016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76888" y="4864608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4828032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تعداد آسانسورها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82512" y="5138928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عدد پایین کارت نشان می‌دهد چند آسانسور به آن واحد وصل شده‌اند.‏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2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87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دوم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واحدهای لبه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3429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7B2A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فهرست کامل، فیلتر و مدیریت وضعیت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نمای صفحه واحدهای لبه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جدول همه واحدها با جستجو، فیلتر و صفحه‌بندی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544068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pic>
        <p:nvPicPr>
          <p:cNvPr id="6" name="Image 0" descr="C:\Users\kiarash\Desktop\note\assets\edge-units-u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15568"/>
            <a:ext cx="11064240" cy="5184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راهنمای واحدهای لبه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 این جدول واحد بسازید، پیدا کنید و وضعیتش را عوض کنید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81344" y="1005840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76888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7" name="Text 5"/>
          <p:cNvSpPr/>
          <p:nvPr/>
        </p:nvSpPr>
        <p:spPr>
          <a:xfrm>
            <a:off x="6382512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ایجاد واحد جدید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82512" y="1444752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 دکمه ایجاد جدید یک واحد لبه تازه می‌سازید و ساختمان، عنوان و توضیحات را برایش ثبت می‌کنید.‏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7024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جستجو و فیلتر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" y="1444752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کادر فیلتر بر اساس عنوان کمک می‌کند بین واحدهای زیاد سریع همان مورد را پیدا کنید.‏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2391156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76888" y="2555748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2519172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نمایش واحدهای غیرفعال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2512" y="2830068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اگر این سوییچ روشن باشد، واحدهایی که غیرفعال شده‌اند هم در جدول دیده می‌شوند.‏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391156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7024" y="2555748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2519172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فقط آنلاین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" y="2830068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 این سوییچ فقط واحدهای متصل نمایش داده می‌شوند تا وضعیت شبکه را سریع‌تر ببینید.‏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776472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76888" y="3941064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3904488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تعداد ردیف و صفحه‌بندی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82512" y="4215384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تعداد ردیف هر صفحه را عوض کنید و با فلش‌ها بین صفحات فهرست جابه‌جا شوید.‏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3776472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7024" y="3941064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3904488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ستون‌های جدول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2648" y="4215384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کد، ساختمان، عنوان، توضیحات، تاریخ ایجاد، فعال بودن و پین دسترسی سریع در هر ردیف آمده است.‏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81344" y="5161788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76888" y="532638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528980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وضعیت آنلاین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82512" y="5600700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آیکون مانیتور در ابتدای ردیف مشخص می‌کند واحد الان آنلاین است یا نه.‏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5161788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07024" y="532638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" y="528980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فعال و دسترسی سریع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2648" y="5600700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 همین جدول می‌توانید واحد را فعال یا غیرفعال کنید و به دسترسی سریع اضافه کنید.‏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2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87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سوم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ساختمان‌ها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3429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7B2A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مشخصات محل و واحدهای متصل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نمای صفحه ساختمان‌ها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کد، نام، آدرس، طبقات و واحدهای لبه هر ساختمان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544068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pic>
        <p:nvPicPr>
          <p:cNvPr id="6" name="Image 0" descr="C:\Users\kiarash\Desktop\note\assets\buildings-u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15568"/>
            <a:ext cx="11064240" cy="5184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راهنمای ساختمان‌ها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ساختمان یک کد یکتا و فهرست واحدهای متصل دارد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81344" y="1005840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76888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7" name="Text 5"/>
          <p:cNvSpPr/>
          <p:nvPr/>
        </p:nvSpPr>
        <p:spPr>
          <a:xfrm>
            <a:off x="6382512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ایجاد ساختمان جدید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82512" y="1444752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ساختمان تازه را با نام، کد، آدرس و تعداد طبقات ثبت کنید تا بعداً واحد و سرور به آن وصل شود.‏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7024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نام ساختمان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" y="1444752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نام رسمی ساختمان در سامانه؛ معمولاً همان چیزی است که در گزارش‌ها و گروه‌بندی واحدها دیده می‌شود.‏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2391156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76888" y="2555748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2519172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کد ساختمان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2512" y="2830068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کد کوتاه و یکتا مثل RNKPLC یا PLSHTL برای شناسایی سریع ساختمان در جدول‌ها و اتصال‌ها.‏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391156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7024" y="2555748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2519172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آدرس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" y="2830068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نشانی ثبت‌شده ساختمان، به فارسی یا انگلیسی، برای پیدا کردن محل روی نقشه یا در پشتیبانی.‏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776472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76888" y="3941064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3904488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طبقات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82512" y="4215384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تعداد طبقات ثبت‌شده همان ساختمان؛ برای درک مقیاس پروژه و ظرفیت آسانسور مفید است.‏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3776472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7024" y="3941064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3904488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واحدهای لبه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2648" y="4215384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برچسب‌هایی مثل E14 یا E19 نشان می‌دهند کدام واحدها به این ساختمان وصل شده‌اند.‏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81344" y="5161788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76888" y="532638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528980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تاریخ ایجاد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82512" y="5600700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زمان ثبت ساختمان در سامانه تا سابقه تغییرات مشخص بماند.‏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5161788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07024" y="532638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" y="528980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کاربرد این صفحه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2648" y="5600700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قبل از ساخت واحد لبه یا سرور محلی، ساختمان باید اینجا تعریف شده باشد.‏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2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87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چهارم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سرورهای محلی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3429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7B2A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ارتباط ساختمان با واحدهای لبه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نمای صفحه سرورهای محلی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عنوان سرور، ساختمان، واحدهای متصل و وضعیت فعال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544068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pic>
        <p:nvPicPr>
          <p:cNvPr id="6" name="Image 0" descr="C:\Users\kiarash\Desktop\note\assets\local-servers-u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15568"/>
            <a:ext cx="11064240" cy="5184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راهنمای سرورهای محلی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سرور به یک ساختمان و چند واحد لبه وصل می‌شود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81344" y="1005840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76888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7" name="Text 5"/>
          <p:cNvSpPr/>
          <p:nvPr/>
        </p:nvSpPr>
        <p:spPr>
          <a:xfrm>
            <a:off x="6382512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ایجاد سرور جدید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82512" y="1444752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سرور محلی تازه را بسازید و ساختمان مربوط را برایش انتخاب کنید.‏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7024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عنوان سرور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" y="1444752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نام خوانا مثل Palladium North Local Server تا تیم فنی سریع بفهمد این سرور مال کدام بخش است.‏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2852928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76888" y="301752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298094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ساختمان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2512" y="3291840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مشخص می‌کند سرور مال کدام ساختمان است.‏ اگر ساختمان نداشته باشد، معمولاً N/A دیده می‌شود.‏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852928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7024" y="301752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298094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واحدهای لبه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" y="3291840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کد واحدهایی که به این سرور وصل شده‌اند روی ردیف با برچسب نمایش داده می‌شود.‏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4700016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76888" y="4864608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4828032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وضعیت سرور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82512" y="5138928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نقطه سبز یعنی سرور فعال و در دسترس است.‏ بدون آن، ارتباط واحدها ممکن است قطع باشد.‏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4700016"/>
            <a:ext cx="5568696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7024" y="4864608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4828032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سرور جایگزین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2648" y="5138928"/>
            <a:ext cx="5148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Place Holder برای واحدهایی است که هنوز سرور مشخصی ندارند؛ موقتی است تا سرور اصلی تعریف شود.‏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2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87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پنجم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کاربران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3429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7B2A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حساب ورود، نقش و اطلاعات تماس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نمای صفحه کاربران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فهرست حساب‌ها با نام کاربری، تماس، تاریخ و نقش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11338560" cy="544068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pic>
        <p:nvPicPr>
          <p:cNvPr id="6" name="Image 0" descr="C:\Users\kiarash\Desktop\note\assets\users-u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15568"/>
            <a:ext cx="11064240" cy="5184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راهنمای کاربران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فرد با یک نقش مشخص وارد سامانه می‌شود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81344" y="1005840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76888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7" name="Text 5"/>
          <p:cNvSpPr/>
          <p:nvPr/>
        </p:nvSpPr>
        <p:spPr>
          <a:xfrm>
            <a:off x="6382512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ایجاد کاربر جدید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82512" y="1444752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حساب تازه بسازید و نام کاربری، مشخصات، تماس و نقش را برایش ثبت کنید.‏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7024" y="1170432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1133856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نام کاربری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" y="1444752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همان نامی است که کاربر هنگام ورود به سامانه وارد می‌کند.‏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2391156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76888" y="2555748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2519172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نام و نام خانوادگی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2512" y="2830068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مشخصات فردی ثبت‌شده برای شناسایی صاحب حساب در فهرست و پشتیبانی.‏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391156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07024" y="2555748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2519172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شماره تلفن و ایمیل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" y="2830068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راه‌های تماس ثبت‌شده برای اطلاع‌رسانی یا بازیابی دسترسی.‏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776472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76888" y="3941064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3904488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تاریخ ایجاد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82512" y="4215384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زمان ساخته شدن حساب تا مشخص باشد از کی در سامانه فعال شده است.‏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3776472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7024" y="3941064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" y="3904488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نقش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2648" y="4215384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سطح دسترسی مثل Admin، Manager، Maintainer یا کاربر عادی را تعیین می‌کند.‏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81344" y="5161788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76888" y="532638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528980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صفحه‌بندی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82512" y="5600700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اگر تعداد کاربران زیاد باشد، با صفحه‌بندی بین صفحات فهرست جابه‌جا شوید.‏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5161788"/>
            <a:ext cx="5568696" cy="1239012"/>
          </a:xfrm>
          <a:prstGeom prst="roundRect">
            <a:avLst>
              <a:gd name="adj" fmla="val 7380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07024" y="5326380"/>
            <a:ext cx="64008" cy="38404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" y="5289804"/>
            <a:ext cx="5148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فیلتر نام کاربری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2648" y="5600700"/>
            <a:ext cx="514807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 کادر فیلتر می‌توانید سریع یک حساب را بین همه کاربران پیدا کنید.‏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نقش‌های کاربری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سطح دسترسی مشخص می‌کند هر نفر چه کاری در سامانه می‌تواند بکند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1097280"/>
            <a:ext cx="100584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9844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82496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دسترسی کامل به تنظیمات، کاربران و همه بخش‌های داشبورد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2377440"/>
            <a:ext cx="100584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57860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Manager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962656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مدیریت ساختمان‌ها، واحدها و سرورها در محدوده مسئولیتی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3657600"/>
            <a:ext cx="100584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85876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Maintainer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242816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پیگیری وضعیت واحدها، آنلاین بودن و موارد نگهداری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4937760"/>
            <a:ext cx="100584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3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5138928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B2B2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کاربر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5522976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مشاهده بخش‌های مجاز بدون تغییر تنظیمات اصلی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2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C877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7452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877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EMS App  ·  LIFTX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پایان راهنما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828800" y="31089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B2A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برای پشتیبانی و راهنمایی بیشتر با تیم تماس بگیرید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69080" y="3749040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3B3A36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37490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09107727044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5F4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601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LIFTX  ·  راهنمای EMS 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0" y="6601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F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راهنمای کامل EMS App</dc:title>
  <dc:subject>راهنمای داشبورد مدیریتی</dc:subject>
  <dc:creator>LIFTX</dc:creator>
  <cp:lastModifiedBy>LIFTX</cp:lastModifiedBy>
  <cp:revision>1</cp:revision>
  <dcterms:created xsi:type="dcterms:W3CDTF">2026-09-05T10:36:42Z</dcterms:created>
  <dcterms:modified xsi:type="dcterms:W3CDTF">2026-09-05T10:36:42Z</dcterms:modified>
</cp:coreProperties>
</file>